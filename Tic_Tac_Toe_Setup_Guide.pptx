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Tic-Tac-Toe Game with Minimax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Documentation &amp; Setup Guide</a:t>
            </a:r>
          </a:p>
          <a:p>
            <a:r>
              <a:t>Python • Jupyter/Google Colab • Minimax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Tic-Tac-Toe game where a user plays against the computer.</a:t>
            </a:r>
          </a:p>
          <a:p>
            <a:pPr>
              <a:defRPr sz="2200"/>
            </a:pPr>
            <a:r>
              <a:t>Use the Minimax algorithm as the AI opponent.</a:t>
            </a:r>
          </a:p>
          <a:p>
            <a:pPr>
              <a:defRPr sz="2200"/>
            </a:pPr>
            <a:r>
              <a:t>Display the board after every move.</a:t>
            </a:r>
          </a:p>
          <a:p>
            <a:pPr>
              <a:defRPr sz="2200"/>
            </a:pPr>
            <a:r>
              <a:t>Correctly detect wins, losses, and draws.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Programming language: Python 3</a:t>
            </a:r>
          </a:p>
          <a:p>
            <a:pPr>
              <a:defRPr sz="2200"/>
            </a:pPr>
            <a:r>
              <a:t>Environment: Jupyter Notebook or Google Colab</a:t>
            </a:r>
          </a:p>
          <a:p>
            <a:pPr>
              <a:defRPr sz="2200"/>
            </a:pPr>
            <a:r>
              <a:t>External packages: None required</a:t>
            </a:r>
          </a:p>
          <a:p>
            <a:pPr>
              <a:defRPr sz="2200"/>
            </a:pPr>
            <a:r>
              <a:t>AI technique: Recursive Minimax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Project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Tic_Tac_Toe_Game.ipynb — original notebook</a:t>
            </a:r>
          </a:p>
          <a:p>
            <a:pPr>
              <a:defRPr sz="2200"/>
            </a:pPr>
            <a:r>
              <a:t>tic_tac_toe.py — standalone Python version</a:t>
            </a:r>
          </a:p>
          <a:p>
            <a:pPr>
              <a:defRPr sz="2200"/>
            </a:pPr>
            <a:r>
              <a:t>README.md — GitHub project overview and setup</a:t>
            </a:r>
          </a:p>
          <a:p>
            <a:pPr>
              <a:defRPr sz="2200"/>
            </a:pPr>
            <a:r>
              <a:t>DOCUMENTATION.md — detailed technical documentation</a:t>
            </a:r>
          </a:p>
          <a:p>
            <a:pPr>
              <a:defRPr sz="2200"/>
            </a:pPr>
            <a:r>
              <a:t>requirements.txt — dependency declaration</a:t>
            </a:r>
          </a:p>
          <a:p>
            <a:pPr>
              <a:defRPr sz="2200"/>
            </a:pPr>
            <a:r>
              <a:t>Tic_Tac_Toe_Setup_Guide.pptx — this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Board &amp;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user plays X; the computer plays O.</a:t>
            </a:r>
          </a:p>
          <a:p>
            <a:pPr>
              <a:defRPr sz="2200"/>
            </a:pPr>
            <a:r>
              <a:t>Enter a position from 1 to 9.</a:t>
            </a:r>
          </a:p>
          <a:p>
            <a:pPr>
              <a:defRPr sz="2200"/>
            </a:pPr>
            <a:r>
              <a:t>Board positions:</a:t>
            </a:r>
          </a:p>
          <a:p>
            <a:pPr>
              <a:defRPr sz="2200"/>
            </a:pPr>
            <a:r>
              <a:t>1 | 2 | 3    /    4 | 5 | 6    /    7 | 8 | 9</a:t>
            </a:r>
          </a:p>
          <a:p>
            <a:pPr>
              <a:defRPr sz="2200"/>
            </a:pPr>
            <a:r>
              <a:t>Invalid numbers, non-numeric input, and occupied cells are rejected.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Game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check_winner() checks 8 possible winning combinations.</a:t>
            </a:r>
          </a:p>
          <a:p>
            <a:pPr>
              <a:defRPr sz="2200"/>
            </a:pPr>
            <a:r>
              <a:t>is_draw() checks whether all 9 positions are occupied.</a:t>
            </a:r>
          </a:p>
          <a:p>
            <a:pPr>
              <a:defRPr sz="2200"/>
            </a:pPr>
            <a:r>
              <a:t>game_over() ends the game after a win or draw.</a:t>
            </a:r>
          </a:p>
          <a:p>
            <a:pPr>
              <a:defRPr sz="2200"/>
            </a:pPr>
            <a:r>
              <a:t>display_board() prints the current board after each 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How Minimax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Computer win = +1; draw = 0; human win = -1.</a:t>
            </a:r>
          </a:p>
          <a:p>
            <a:pPr>
              <a:defRPr sz="2200"/>
            </a:pPr>
            <a:r>
              <a:t>Computer turns maximize the score.</a:t>
            </a:r>
          </a:p>
          <a:p>
            <a:pPr>
              <a:defRPr sz="2200"/>
            </a:pPr>
            <a:r>
              <a:t>Human turns minimize the score.</a:t>
            </a:r>
          </a:p>
          <a:p>
            <a:pPr>
              <a:defRPr sz="2200"/>
            </a:pPr>
            <a:r>
              <a:t>The algorithm recursively explores future moves.</a:t>
            </a:r>
          </a:p>
          <a:p>
            <a:pPr>
              <a:defRPr sz="2200"/>
            </a:pPr>
            <a:r>
              <a:t>Simulated moves are undone after each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Setup — Option A: Python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Download or clone the GitHub repository.</a:t>
            </a:r>
          </a:p>
          <a:p>
            <a:pPr>
              <a:defRPr sz="2200"/>
            </a:pPr>
            <a:r>
              <a:t>2. Open a terminal in the project folder.</a:t>
            </a:r>
          </a:p>
          <a:p>
            <a:pPr>
              <a:defRPr sz="2200"/>
            </a:pPr>
            <a:r>
              <a:t>3. Confirm Python 3 is installed.</a:t>
            </a:r>
          </a:p>
          <a:p>
            <a:pPr>
              <a:defRPr sz="2200"/>
            </a:pPr>
            <a:r>
              <a:t>4. Run: python tic_tac_toe.py</a:t>
            </a:r>
          </a:p>
          <a:p>
            <a:pPr>
              <a:defRPr sz="2200"/>
            </a:pPr>
            <a:r>
              <a:t>5. Enter numbers 1–9 to play.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Setup — Option B: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Open Tic_Tac_Toe_Game.ipynb in Jupyter or Google Colab.</a:t>
            </a:r>
          </a:p>
          <a:p>
            <a:pPr>
              <a:defRPr sz="2200"/>
            </a:pPr>
            <a:r>
              <a:t>2. Select a Python 3 runtime/kernel.</a:t>
            </a:r>
          </a:p>
          <a:p>
            <a:pPr>
              <a:defRPr sz="2200"/>
            </a:pPr>
            <a:r>
              <a:t>3. Run the code cell.</a:t>
            </a:r>
          </a:p>
          <a:p>
            <a:pPr>
              <a:defRPr sz="2200"/>
            </a:pPr>
            <a:r>
              <a:t>4. Follow the terminal-style input prompt.</a:t>
            </a:r>
          </a:p>
          <a:p>
            <a:pPr>
              <a:defRPr sz="2200"/>
            </a:pPr>
            <a:r>
              <a:t>5. Enter a position from 1–9.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Testing &amp; Expected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Test a normal move and confirm the board updates.</a:t>
            </a:r>
          </a:p>
          <a:p>
            <a:pPr>
              <a:defRPr sz="2200"/>
            </a:pPr>
            <a:r>
              <a:t>Enter an occupied position and confirm the program rejects it.</a:t>
            </a:r>
          </a:p>
          <a:p>
            <a:pPr>
              <a:defRPr sz="2200"/>
            </a:pPr>
            <a:r>
              <a:t>Try to complete a row, column, or diagonal.</a:t>
            </a:r>
          </a:p>
          <a:p>
            <a:pPr>
              <a:defRPr sz="2200"/>
            </a:pPr>
            <a:r>
              <a:t>Fill the board without a winner to test a draw.</a:t>
            </a:r>
          </a:p>
          <a:p>
            <a:pPr>
              <a:defRPr sz="2200"/>
            </a:pPr>
            <a:r>
              <a:t>The provided notebook demonstrates a complete game ending with a computer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GitHub Upload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Create a new GitHub repository.</a:t>
            </a:r>
          </a:p>
          <a:p>
            <a:pPr>
              <a:defRPr sz="2200"/>
            </a:pPr>
            <a:r>
              <a:t>2. Add the project files.</a:t>
            </a:r>
          </a:p>
          <a:p>
            <a:pPr>
              <a:defRPr sz="2200"/>
            </a:pPr>
            <a:r>
              <a:t>3. Commit the files with a clear message.</a:t>
            </a:r>
          </a:p>
          <a:p>
            <a:pPr>
              <a:defRPr sz="2200"/>
            </a:pPr>
            <a:r>
              <a:t>4. Push/upload the project to GitHub.</a:t>
            </a:r>
          </a:p>
          <a:p>
            <a:pPr>
              <a:defRPr sz="2200"/>
            </a:pPr>
            <a:r>
              <a:t>5. Confirm README.md appears on the repository home page.</a:t>
            </a:r>
          </a:p>
          <a:p>
            <a:pPr>
              <a:defRPr sz="2200"/>
            </a:pPr>
            <a:r>
              <a:t>6. Share the repository link for project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Suggested GitHub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Tic-Tac-Toe-Game/</a:t>
            </a:r>
          </a:p>
          <a:p>
            <a:pPr>
              <a:defRPr sz="2200"/>
            </a:pPr>
            <a:r>
              <a:t>├── Tic_Tac_Toe_Game.ipynb</a:t>
            </a:r>
          </a:p>
          <a:p>
            <a:pPr>
              <a:defRPr sz="2200"/>
            </a:pPr>
            <a:r>
              <a:t>├── tic_tac_toe.py</a:t>
            </a:r>
          </a:p>
          <a:p>
            <a:pPr>
              <a:defRPr sz="2200"/>
            </a:pPr>
            <a:r>
              <a:t>├── README.md</a:t>
            </a:r>
          </a:p>
          <a:p>
            <a:pPr>
              <a:defRPr sz="2200"/>
            </a:pPr>
            <a:r>
              <a:t>├── DOCUMENTATION.md</a:t>
            </a:r>
          </a:p>
          <a:p>
            <a:pPr>
              <a:defRPr sz="2200"/>
            </a:pPr>
            <a:r>
              <a:t>├── requirements.txt</a:t>
            </a:r>
          </a:p>
          <a:p>
            <a:pPr>
              <a:defRPr sz="2200"/>
            </a:pPr>
            <a:r>
              <a:t>└── Tic_Tac_Toe_Setup_Guide.pptx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a graphical interface.</a:t>
            </a:r>
          </a:p>
          <a:p>
            <a:pPr>
              <a:defRPr sz="2200"/>
            </a:pPr>
            <a:r>
              <a:t>Add easy/medium/hard difficulty levels.</a:t>
            </a:r>
          </a:p>
          <a:p>
            <a:pPr>
              <a:defRPr sz="2200"/>
            </a:pPr>
            <a:r>
              <a:t>Add score tracking and replay.</a:t>
            </a:r>
          </a:p>
          <a:p>
            <a:pPr>
              <a:defRPr sz="2200"/>
            </a:pPr>
            <a:r>
              <a:t>Add unit tests.</a:t>
            </a:r>
          </a:p>
          <a:p>
            <a:pPr>
              <a:defRPr sz="2200"/>
            </a:pPr>
            <a:r>
              <a:t>Allow the player to choose X or O.</a:t>
            </a:r>
          </a:p>
          <a:p>
            <a:pPr>
              <a:defRPr sz="2200"/>
            </a:pPr>
            <a:r>
              <a:t>Use depth-aware Minimax scoring for faster wins.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Python programming and basic AI.</a:t>
            </a:r>
          </a:p>
          <a:p>
            <a:pPr>
              <a:defRPr sz="2200"/>
            </a:pPr>
            <a:r>
              <a:t>Minimax provides a strong, systematic computer opponent.</a:t>
            </a:r>
          </a:p>
          <a:p>
            <a:pPr>
              <a:defRPr sz="2200"/>
            </a:pPr>
            <a:r>
              <a:t>The project is small, easy to run, and suitable for a GitHub submission.</a:t>
            </a:r>
          </a:p>
          <a:p>
            <a:pPr>
              <a:defRPr sz="2200"/>
            </a:pPr>
            <a:r>
              <a:t>README + documentation + setup presentation provide a complete project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